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406D20-6CFF-4F99-B23D-EAEB60A84D7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3F2995-4813-41F9-86E8-F9BC3F3F06D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247257-F20D-4A65-8DAF-DBC93404846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53FFCC-5365-4094-AAF1-7E50C610EB6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F33DE1-A6BA-499D-BB92-9E1FB3A9843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9BF646-F962-4668-99AC-632486CCCE7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845904-529C-4DA9-80C8-84B9D2BE5F4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69ED43-3CBA-47DD-A8DE-6CFD2BD1DB3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A7FC17-C69E-4258-9E08-880C711E0E2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58D0B9-6E53-46B2-B284-5F790E50515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E62C5C-B253-4D45-904C-CE980121480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2" descr=""/>
          <p:cNvPicPr/>
          <p:nvPr/>
        </p:nvPicPr>
        <p:blipFill>
          <a:blip r:embed="rId1"/>
          <a:stretch/>
        </p:blipFill>
        <p:spPr>
          <a:xfrm>
            <a:off x="12420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2"/>
          <a:stretch/>
        </p:blipFill>
        <p:spPr>
          <a:xfrm>
            <a:off x="15001560" y="8820000"/>
            <a:ext cx="1254600" cy="25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" name="" descr=""/>
          <p:cNvPicPr/>
          <p:nvPr/>
        </p:nvPicPr>
        <p:blipFill>
          <a:blip r:embed="rId3"/>
          <a:stretch/>
        </p:blipFill>
        <p:spPr>
          <a:xfrm>
            <a:off x="720000" y="612000"/>
            <a:ext cx="1296000" cy="36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" name="" descr=""/>
          <p:cNvPicPr/>
          <p:nvPr/>
        </p:nvPicPr>
        <p:blipFill>
          <a:blip r:embed="rId2"/>
          <a:stretch/>
        </p:blipFill>
        <p:spPr>
          <a:xfrm>
            <a:off x="14940000" y="8779320"/>
            <a:ext cx="1260000" cy="25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" descr=""/>
          <p:cNvPicPr/>
          <p:nvPr/>
        </p:nvPicPr>
        <p:blipFill>
          <a:blip r:embed="rId3"/>
          <a:stretch/>
        </p:blipFill>
        <p:spPr>
          <a:xfrm>
            <a:off x="1181880" y="3384000"/>
            <a:ext cx="2022120" cy="54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" descr=""/>
          <p:cNvPicPr/>
          <p:nvPr/>
        </p:nvPicPr>
        <p:blipFill>
          <a:blip r:embed="rId2"/>
          <a:stretch/>
        </p:blipFill>
        <p:spPr>
          <a:xfrm>
            <a:off x="14940000" y="8779680"/>
            <a:ext cx="1260000" cy="256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" descr=""/>
          <p:cNvPicPr/>
          <p:nvPr/>
        </p:nvPicPr>
        <p:blipFill>
          <a:blip r:embed="rId2"/>
          <a:stretch/>
        </p:blipFill>
        <p:spPr>
          <a:xfrm>
            <a:off x="14940000" y="8779680"/>
            <a:ext cx="1260000" cy="256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" descr=""/>
          <p:cNvPicPr/>
          <p:nvPr/>
        </p:nvPicPr>
        <p:blipFill>
          <a:blip r:embed="rId2"/>
          <a:stretch/>
        </p:blipFill>
        <p:spPr>
          <a:xfrm>
            <a:off x="14940000" y="8779680"/>
            <a:ext cx="1260000" cy="256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" descr=""/>
          <p:cNvPicPr/>
          <p:nvPr/>
        </p:nvPicPr>
        <p:blipFill>
          <a:blip r:embed="rId2"/>
          <a:stretch/>
        </p:blipFill>
        <p:spPr>
          <a:xfrm>
            <a:off x="14940000" y="8779680"/>
            <a:ext cx="1260000" cy="256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" descr=""/>
          <p:cNvPicPr/>
          <p:nvPr/>
        </p:nvPicPr>
        <p:blipFill>
          <a:blip r:embed="rId2"/>
          <a:stretch/>
        </p:blipFill>
        <p:spPr>
          <a:xfrm>
            <a:off x="14940000" y="8779680"/>
            <a:ext cx="1260000" cy="256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" descr=""/>
          <p:cNvPicPr/>
          <p:nvPr/>
        </p:nvPicPr>
        <p:blipFill>
          <a:blip r:embed="rId2"/>
          <a:stretch/>
        </p:blipFill>
        <p:spPr>
          <a:xfrm>
            <a:off x="14940000" y="8779680"/>
            <a:ext cx="1260000" cy="256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" descr=""/>
          <p:cNvPicPr/>
          <p:nvPr/>
        </p:nvPicPr>
        <p:blipFill>
          <a:blip r:embed="rId2"/>
          <a:stretch/>
        </p:blipFill>
        <p:spPr>
          <a:xfrm>
            <a:off x="14940000" y="8779680"/>
            <a:ext cx="1260000" cy="256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" descr=""/>
          <p:cNvPicPr/>
          <p:nvPr/>
        </p:nvPicPr>
        <p:blipFill>
          <a:blip r:embed="rId2"/>
          <a:stretch/>
        </p:blipFill>
        <p:spPr>
          <a:xfrm>
            <a:off x="14940000" y="8779680"/>
            <a:ext cx="1260000" cy="256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" descr=""/>
          <p:cNvPicPr/>
          <p:nvPr/>
        </p:nvPicPr>
        <p:blipFill>
          <a:blip r:embed="rId2"/>
          <a:stretch/>
        </p:blipFill>
        <p:spPr>
          <a:xfrm>
            <a:off x="14940000" y="8779680"/>
            <a:ext cx="1260000" cy="256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" descr=""/>
          <p:cNvPicPr/>
          <p:nvPr/>
        </p:nvPicPr>
        <p:blipFill>
          <a:blip r:embed="rId2"/>
          <a:stretch/>
        </p:blipFill>
        <p:spPr>
          <a:xfrm>
            <a:off x="14940000" y="8779680"/>
            <a:ext cx="1260000" cy="256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" descr=""/>
          <p:cNvPicPr/>
          <p:nvPr/>
        </p:nvPicPr>
        <p:blipFill>
          <a:blip r:embed="rId2"/>
          <a:stretch/>
        </p:blipFill>
        <p:spPr>
          <a:xfrm>
            <a:off x="14940000" y="8779680"/>
            <a:ext cx="1260000" cy="256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" descr=""/>
          <p:cNvPicPr/>
          <p:nvPr/>
        </p:nvPicPr>
        <p:blipFill>
          <a:blip r:embed="rId2"/>
          <a:stretch/>
        </p:blipFill>
        <p:spPr>
          <a:xfrm>
            <a:off x="14940000" y="8779680"/>
            <a:ext cx="1260000" cy="256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LibreOffice/25.2.3.2$Linux_X86_64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es-AR</dc:language>
  <cp:lastModifiedBy/>
  <dcterms:modified xsi:type="dcterms:W3CDTF">2026-09-08T15:18:45Z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